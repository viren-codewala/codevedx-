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FECBB15-E50E-48E6-95C3-FB255C005CE0}" v="1" dt="2026-07-31T13:55:08.81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156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nchi doshi" userId="a5ab52da4acb2cfc" providerId="LiveId" clId="{AADBCB18-0DD6-45CF-AB97-F08D8507B1CE}"/>
    <pc:docChg chg="undo custSel modSld">
      <pc:chgData name="sanchi doshi" userId="a5ab52da4acb2cfc" providerId="LiveId" clId="{AADBCB18-0DD6-45CF-AB97-F08D8507B1CE}" dt="2026-07-31T13:57:18.751" v="49" actId="20577"/>
      <pc:docMkLst>
        <pc:docMk/>
      </pc:docMkLst>
      <pc:sldChg chg="modSp">
        <pc:chgData name="sanchi doshi" userId="a5ab52da4acb2cfc" providerId="LiveId" clId="{AADBCB18-0DD6-45CF-AB97-F08D8507B1CE}" dt="2026-07-31T13:55:08.811" v="0"/>
        <pc:sldMkLst>
          <pc:docMk/>
          <pc:sldMk cId="0" sldId="256"/>
        </pc:sldMkLst>
        <pc:spChg chg="mod">
          <ac:chgData name="sanchi doshi" userId="a5ab52da4acb2cfc" providerId="LiveId" clId="{AADBCB18-0DD6-45CF-AB97-F08D8507B1CE}" dt="2026-07-31T13:55:08.811" v="0"/>
          <ac:spMkLst>
            <pc:docMk/>
            <pc:sldMk cId="0" sldId="256"/>
            <ac:spMk id="2" creationId="{00000000-0000-0000-0000-000000000000}"/>
          </ac:spMkLst>
        </pc:spChg>
        <pc:spChg chg="mod">
          <ac:chgData name="sanchi doshi" userId="a5ab52da4acb2cfc" providerId="LiveId" clId="{AADBCB18-0DD6-45CF-AB97-F08D8507B1CE}" dt="2026-07-31T13:55:08.811" v="0"/>
          <ac:spMkLst>
            <pc:docMk/>
            <pc:sldMk cId="0" sldId="256"/>
            <ac:spMk id="3" creationId="{00000000-0000-0000-0000-000000000000}"/>
          </ac:spMkLst>
        </pc:spChg>
      </pc:sldChg>
      <pc:sldChg chg="modSp mod">
        <pc:chgData name="sanchi doshi" userId="a5ab52da4acb2cfc" providerId="LiveId" clId="{AADBCB18-0DD6-45CF-AB97-F08D8507B1CE}" dt="2026-07-31T13:56:20.479" v="24" actId="20577"/>
        <pc:sldMkLst>
          <pc:docMk/>
          <pc:sldMk cId="0" sldId="257"/>
        </pc:sldMkLst>
        <pc:spChg chg="mod">
          <ac:chgData name="sanchi doshi" userId="a5ab52da4acb2cfc" providerId="LiveId" clId="{AADBCB18-0DD6-45CF-AB97-F08D8507B1CE}" dt="2026-07-31T13:55:25.477" v="3" actId="1076"/>
          <ac:spMkLst>
            <pc:docMk/>
            <pc:sldMk cId="0" sldId="257"/>
            <ac:spMk id="2" creationId="{00000000-0000-0000-0000-000000000000}"/>
          </ac:spMkLst>
        </pc:spChg>
        <pc:spChg chg="mod">
          <ac:chgData name="sanchi doshi" userId="a5ab52da4acb2cfc" providerId="LiveId" clId="{AADBCB18-0DD6-45CF-AB97-F08D8507B1CE}" dt="2026-07-31T13:56:20.479" v="24" actId="20577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sanchi doshi" userId="a5ab52da4acb2cfc" providerId="LiveId" clId="{AADBCB18-0DD6-45CF-AB97-F08D8507B1CE}" dt="2026-07-31T13:56:10.828" v="22" actId="20577"/>
        <pc:sldMkLst>
          <pc:docMk/>
          <pc:sldMk cId="0" sldId="258"/>
        </pc:sldMkLst>
        <pc:spChg chg="mod">
          <ac:chgData name="sanchi doshi" userId="a5ab52da4acb2cfc" providerId="LiveId" clId="{AADBCB18-0DD6-45CF-AB97-F08D8507B1CE}" dt="2026-07-31T13:56:03.259" v="19" actId="1076"/>
          <ac:spMkLst>
            <pc:docMk/>
            <pc:sldMk cId="0" sldId="258"/>
            <ac:spMk id="2" creationId="{00000000-0000-0000-0000-000000000000}"/>
          </ac:spMkLst>
        </pc:spChg>
        <pc:spChg chg="mod">
          <ac:chgData name="sanchi doshi" userId="a5ab52da4acb2cfc" providerId="LiveId" clId="{AADBCB18-0DD6-45CF-AB97-F08D8507B1CE}" dt="2026-07-31T13:56:10.828" v="22" actId="20577"/>
          <ac:spMkLst>
            <pc:docMk/>
            <pc:sldMk cId="0" sldId="258"/>
            <ac:spMk id="3" creationId="{00000000-0000-0000-0000-000000000000}"/>
          </ac:spMkLst>
        </pc:spChg>
      </pc:sldChg>
      <pc:sldChg chg="modSp mod">
        <pc:chgData name="sanchi doshi" userId="a5ab52da4acb2cfc" providerId="LiveId" clId="{AADBCB18-0DD6-45CF-AB97-F08D8507B1CE}" dt="2026-07-31T13:56:36.797" v="29" actId="20577"/>
        <pc:sldMkLst>
          <pc:docMk/>
          <pc:sldMk cId="0" sldId="259"/>
        </pc:sldMkLst>
        <pc:spChg chg="mod">
          <ac:chgData name="sanchi doshi" userId="a5ab52da4acb2cfc" providerId="LiveId" clId="{AADBCB18-0DD6-45CF-AB97-F08D8507B1CE}" dt="2026-07-31T13:56:29.816" v="25" actId="1076"/>
          <ac:spMkLst>
            <pc:docMk/>
            <pc:sldMk cId="0" sldId="259"/>
            <ac:spMk id="2" creationId="{00000000-0000-0000-0000-000000000000}"/>
          </ac:spMkLst>
        </pc:spChg>
        <pc:spChg chg="mod">
          <ac:chgData name="sanchi doshi" userId="a5ab52da4acb2cfc" providerId="LiveId" clId="{AADBCB18-0DD6-45CF-AB97-F08D8507B1CE}" dt="2026-07-31T13:56:36.797" v="29" actId="20577"/>
          <ac:spMkLst>
            <pc:docMk/>
            <pc:sldMk cId="0" sldId="259"/>
            <ac:spMk id="3" creationId="{00000000-0000-0000-0000-000000000000}"/>
          </ac:spMkLst>
        </pc:spChg>
      </pc:sldChg>
      <pc:sldChg chg="modSp mod">
        <pc:chgData name="sanchi doshi" userId="a5ab52da4acb2cfc" providerId="LiveId" clId="{AADBCB18-0DD6-45CF-AB97-F08D8507B1CE}" dt="2026-07-31T13:56:46.842" v="33" actId="20577"/>
        <pc:sldMkLst>
          <pc:docMk/>
          <pc:sldMk cId="0" sldId="260"/>
        </pc:sldMkLst>
        <pc:spChg chg="mod">
          <ac:chgData name="sanchi doshi" userId="a5ab52da4acb2cfc" providerId="LiveId" clId="{AADBCB18-0DD6-45CF-AB97-F08D8507B1CE}" dt="2026-07-31T13:55:08.811" v="0"/>
          <ac:spMkLst>
            <pc:docMk/>
            <pc:sldMk cId="0" sldId="260"/>
            <ac:spMk id="2" creationId="{00000000-0000-0000-0000-000000000000}"/>
          </ac:spMkLst>
        </pc:spChg>
        <pc:spChg chg="mod">
          <ac:chgData name="sanchi doshi" userId="a5ab52da4acb2cfc" providerId="LiveId" clId="{AADBCB18-0DD6-45CF-AB97-F08D8507B1CE}" dt="2026-07-31T13:56:46.842" v="33" actId="20577"/>
          <ac:spMkLst>
            <pc:docMk/>
            <pc:sldMk cId="0" sldId="260"/>
            <ac:spMk id="3" creationId="{00000000-0000-0000-0000-000000000000}"/>
          </ac:spMkLst>
        </pc:spChg>
      </pc:sldChg>
      <pc:sldChg chg="modSp">
        <pc:chgData name="sanchi doshi" userId="a5ab52da4acb2cfc" providerId="LiveId" clId="{AADBCB18-0DD6-45CF-AB97-F08D8507B1CE}" dt="2026-07-31T13:55:08.811" v="0"/>
        <pc:sldMkLst>
          <pc:docMk/>
          <pc:sldMk cId="0" sldId="261"/>
        </pc:sldMkLst>
        <pc:spChg chg="mod">
          <ac:chgData name="sanchi doshi" userId="a5ab52da4acb2cfc" providerId="LiveId" clId="{AADBCB18-0DD6-45CF-AB97-F08D8507B1CE}" dt="2026-07-31T13:55:08.811" v="0"/>
          <ac:spMkLst>
            <pc:docMk/>
            <pc:sldMk cId="0" sldId="261"/>
            <ac:spMk id="2" creationId="{00000000-0000-0000-0000-000000000000}"/>
          </ac:spMkLst>
        </pc:spChg>
        <pc:spChg chg="mod">
          <ac:chgData name="sanchi doshi" userId="a5ab52da4acb2cfc" providerId="LiveId" clId="{AADBCB18-0DD6-45CF-AB97-F08D8507B1CE}" dt="2026-07-31T13:55:08.811" v="0"/>
          <ac:spMkLst>
            <pc:docMk/>
            <pc:sldMk cId="0" sldId="261"/>
            <ac:spMk id="3" creationId="{00000000-0000-0000-0000-000000000000}"/>
          </ac:spMkLst>
        </pc:spChg>
      </pc:sldChg>
      <pc:sldChg chg="modSp mod">
        <pc:chgData name="sanchi doshi" userId="a5ab52da4acb2cfc" providerId="LiveId" clId="{AADBCB18-0DD6-45CF-AB97-F08D8507B1CE}" dt="2026-07-31T13:57:01.300" v="40" actId="27636"/>
        <pc:sldMkLst>
          <pc:docMk/>
          <pc:sldMk cId="0" sldId="262"/>
        </pc:sldMkLst>
        <pc:spChg chg="mod">
          <ac:chgData name="sanchi doshi" userId="a5ab52da4acb2cfc" providerId="LiveId" clId="{AADBCB18-0DD6-45CF-AB97-F08D8507B1CE}" dt="2026-07-31T13:55:08.811" v="0"/>
          <ac:spMkLst>
            <pc:docMk/>
            <pc:sldMk cId="0" sldId="262"/>
            <ac:spMk id="2" creationId="{00000000-0000-0000-0000-000000000000}"/>
          </ac:spMkLst>
        </pc:spChg>
        <pc:spChg chg="mod">
          <ac:chgData name="sanchi doshi" userId="a5ab52da4acb2cfc" providerId="LiveId" clId="{AADBCB18-0DD6-45CF-AB97-F08D8507B1CE}" dt="2026-07-31T13:57:01.300" v="40" actId="27636"/>
          <ac:spMkLst>
            <pc:docMk/>
            <pc:sldMk cId="0" sldId="262"/>
            <ac:spMk id="3" creationId="{00000000-0000-0000-0000-000000000000}"/>
          </ac:spMkLst>
        </pc:spChg>
      </pc:sldChg>
      <pc:sldChg chg="modSp">
        <pc:chgData name="sanchi doshi" userId="a5ab52da4acb2cfc" providerId="LiveId" clId="{AADBCB18-0DD6-45CF-AB97-F08D8507B1CE}" dt="2026-07-31T13:55:08.811" v="0"/>
        <pc:sldMkLst>
          <pc:docMk/>
          <pc:sldMk cId="0" sldId="263"/>
        </pc:sldMkLst>
        <pc:spChg chg="mod">
          <ac:chgData name="sanchi doshi" userId="a5ab52da4acb2cfc" providerId="LiveId" clId="{AADBCB18-0DD6-45CF-AB97-F08D8507B1CE}" dt="2026-07-31T13:55:08.811" v="0"/>
          <ac:spMkLst>
            <pc:docMk/>
            <pc:sldMk cId="0" sldId="263"/>
            <ac:spMk id="2" creationId="{00000000-0000-0000-0000-000000000000}"/>
          </ac:spMkLst>
        </pc:spChg>
        <pc:spChg chg="mod">
          <ac:chgData name="sanchi doshi" userId="a5ab52da4acb2cfc" providerId="LiveId" clId="{AADBCB18-0DD6-45CF-AB97-F08D8507B1CE}" dt="2026-07-31T13:55:08.811" v="0"/>
          <ac:spMkLst>
            <pc:docMk/>
            <pc:sldMk cId="0" sldId="263"/>
            <ac:spMk id="3" creationId="{00000000-0000-0000-0000-000000000000}"/>
          </ac:spMkLst>
        </pc:spChg>
      </pc:sldChg>
      <pc:sldChg chg="modSp mod">
        <pc:chgData name="sanchi doshi" userId="a5ab52da4acb2cfc" providerId="LiveId" clId="{AADBCB18-0DD6-45CF-AB97-F08D8507B1CE}" dt="2026-07-31T13:57:18.751" v="49" actId="20577"/>
        <pc:sldMkLst>
          <pc:docMk/>
          <pc:sldMk cId="0" sldId="264"/>
        </pc:sldMkLst>
        <pc:spChg chg="mod">
          <ac:chgData name="sanchi doshi" userId="a5ab52da4acb2cfc" providerId="LiveId" clId="{AADBCB18-0DD6-45CF-AB97-F08D8507B1CE}" dt="2026-07-31T13:55:08.811" v="0"/>
          <ac:spMkLst>
            <pc:docMk/>
            <pc:sldMk cId="0" sldId="264"/>
            <ac:spMk id="2" creationId="{00000000-0000-0000-0000-000000000000}"/>
          </ac:spMkLst>
        </pc:spChg>
        <pc:spChg chg="mod">
          <ac:chgData name="sanchi doshi" userId="a5ab52da4acb2cfc" providerId="LiveId" clId="{AADBCB18-0DD6-45CF-AB97-F08D8507B1CE}" dt="2026-07-31T13:57:18.751" v="49" actId="20577"/>
          <ac:spMkLst>
            <pc:docMk/>
            <pc:sldMk cId="0" sldId="264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5040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2889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984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6498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76817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48896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1628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5282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9685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3864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673976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0494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530307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28720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9876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1933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6359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Utility Usage Prediction Tool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200"/>
            </a:pPr>
            <a:r>
              <a:t>AI/ML Internship Project</a:t>
            </a:r>
            <a:br/>
            <a:r>
              <a:t>Viren A. Bhosale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8143" y="816637"/>
            <a:ext cx="6347713" cy="1320800"/>
          </a:xfrm>
        </p:spPr>
        <p:txBody>
          <a:bodyPr/>
          <a:lstStyle/>
          <a:p>
            <a:r>
              <a:rPr dirty="0"/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dirty="0"/>
              <a:t>• Console-based Python application</a:t>
            </a:r>
            <a:endParaRPr lang="en-US" dirty="0"/>
          </a:p>
          <a:p>
            <a:pPr>
              <a:defRPr sz="2200"/>
            </a:pPr>
            <a:endParaRPr lang="en-US" dirty="0"/>
          </a:p>
          <a:p>
            <a:pPr>
              <a:defRPr sz="2200"/>
            </a:pPr>
            <a:r>
              <a:rPr dirty="0"/>
              <a:t>• Stores electricity usage in CSV</a:t>
            </a:r>
            <a:br>
              <a:rPr dirty="0"/>
            </a:br>
            <a:endParaRPr lang="en-US" dirty="0"/>
          </a:p>
          <a:p>
            <a:pPr>
              <a:defRPr sz="2200"/>
            </a:pPr>
            <a:r>
              <a:rPr dirty="0"/>
              <a:t>• Predicts future usage using Linear Regression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8143" y="886591"/>
            <a:ext cx="6347713" cy="1320800"/>
          </a:xfrm>
        </p:spPr>
        <p:txBody>
          <a:bodyPr/>
          <a:lstStyle/>
          <a:p>
            <a:r>
              <a:rPr dirty="0"/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dirty="0"/>
              <a:t>• Learn Python</a:t>
            </a:r>
            <a:br>
              <a:rPr dirty="0"/>
            </a:br>
            <a:endParaRPr lang="en-US" dirty="0"/>
          </a:p>
          <a:p>
            <a:pPr>
              <a:defRPr sz="2200"/>
            </a:pPr>
            <a:r>
              <a:rPr dirty="0"/>
              <a:t>• Perform CRUD operations</a:t>
            </a:r>
            <a:br>
              <a:rPr dirty="0"/>
            </a:br>
            <a:endParaRPr lang="en-US" dirty="0"/>
          </a:p>
          <a:p>
            <a:pPr>
              <a:defRPr sz="2200"/>
            </a:pPr>
            <a:r>
              <a:rPr dirty="0"/>
              <a:t>• Handle CSV files</a:t>
            </a:r>
            <a:br>
              <a:rPr dirty="0"/>
            </a:br>
            <a:endParaRPr lang="en-US" dirty="0"/>
          </a:p>
          <a:p>
            <a:pPr>
              <a:defRPr sz="2200"/>
            </a:pPr>
            <a:r>
              <a:rPr dirty="0"/>
              <a:t>• Apply Machine Learning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8143" y="816637"/>
            <a:ext cx="6347713" cy="1320800"/>
          </a:xfrm>
        </p:spPr>
        <p:txBody>
          <a:bodyPr/>
          <a:lstStyle/>
          <a:p>
            <a:r>
              <a:rPr dirty="0"/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dirty="0"/>
              <a:t>• Python</a:t>
            </a:r>
            <a:br>
              <a:rPr dirty="0"/>
            </a:br>
            <a:endParaRPr lang="en-US" dirty="0"/>
          </a:p>
          <a:p>
            <a:pPr>
              <a:defRPr sz="2200"/>
            </a:pPr>
            <a:r>
              <a:rPr dirty="0"/>
              <a:t>• Pandas</a:t>
            </a:r>
            <a:br>
              <a:rPr dirty="0"/>
            </a:br>
            <a:endParaRPr lang="en-US" dirty="0"/>
          </a:p>
          <a:p>
            <a:pPr>
              <a:defRPr sz="2200"/>
            </a:pPr>
            <a:r>
              <a:rPr dirty="0"/>
              <a:t>• Scikit-learn</a:t>
            </a:r>
            <a:br>
              <a:rPr dirty="0"/>
            </a:br>
            <a:endParaRPr lang="en-US" dirty="0"/>
          </a:p>
          <a:p>
            <a:pPr>
              <a:defRPr sz="2200"/>
            </a:pPr>
            <a:r>
              <a:rPr dirty="0"/>
              <a:t>• CSV</a:t>
            </a:r>
            <a:br>
              <a:rPr dirty="0"/>
            </a:br>
            <a:endParaRPr lang="en-US" dirty="0"/>
          </a:p>
          <a:p>
            <a:pPr>
              <a:defRPr sz="2200"/>
            </a:pPr>
            <a:r>
              <a:rPr dirty="0"/>
              <a:t>• VS Code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dirty="0"/>
              <a:t>1. Load/Create CSV</a:t>
            </a:r>
            <a:br>
              <a:rPr dirty="0"/>
            </a:br>
            <a:endParaRPr lang="en-US" dirty="0"/>
          </a:p>
          <a:p>
            <a:pPr>
              <a:defRPr sz="2200"/>
            </a:pPr>
            <a:r>
              <a:rPr dirty="0"/>
              <a:t>2. Manage Records</a:t>
            </a:r>
            <a:br>
              <a:rPr dirty="0"/>
            </a:br>
            <a:endParaRPr lang="en-US" dirty="0"/>
          </a:p>
          <a:p>
            <a:pPr>
              <a:defRPr sz="2200"/>
            </a:pPr>
            <a:r>
              <a:rPr dirty="0"/>
              <a:t>3. Train Model</a:t>
            </a:r>
            <a:br>
              <a:rPr dirty="0"/>
            </a:br>
            <a:endParaRPr lang="en-US" dirty="0"/>
          </a:p>
          <a:p>
            <a:pPr>
              <a:defRPr sz="2200"/>
            </a:pPr>
            <a:r>
              <a:rPr dirty="0"/>
              <a:t>4. Predict Usage</a:t>
            </a:r>
            <a:br>
              <a:rPr dirty="0"/>
            </a:br>
            <a:endParaRPr lang="en-US" dirty="0"/>
          </a:p>
          <a:p>
            <a:pPr>
              <a:defRPr sz="2200"/>
            </a:pPr>
            <a:r>
              <a:rPr dirty="0"/>
              <a:t>5. Save Data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dirty="0"/>
              <a:t>Columns:</a:t>
            </a:r>
            <a:br>
              <a:rPr dirty="0"/>
            </a:br>
            <a:r>
              <a:rPr dirty="0"/>
              <a:t>• Day</a:t>
            </a:r>
            <a:br>
              <a:rPr dirty="0"/>
            </a:br>
            <a:r>
              <a:rPr dirty="0"/>
              <a:t>• </a:t>
            </a:r>
            <a:r>
              <a:rPr dirty="0" err="1"/>
              <a:t>Electricity_Usage</a:t>
            </a:r>
            <a:br>
              <a:rPr dirty="0"/>
            </a:br>
            <a:br>
              <a:rPr dirty="0"/>
            </a:br>
            <a:r>
              <a:rPr dirty="0"/>
              <a:t>20 sample records used.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defRPr sz="2200"/>
            </a:pPr>
            <a:r>
              <a:rPr dirty="0"/>
              <a:t>• Add</a:t>
            </a:r>
            <a:br>
              <a:rPr dirty="0"/>
            </a:br>
            <a:endParaRPr lang="en-US" dirty="0"/>
          </a:p>
          <a:p>
            <a:pPr>
              <a:defRPr sz="2200"/>
            </a:pPr>
            <a:r>
              <a:rPr dirty="0"/>
              <a:t>• Update</a:t>
            </a:r>
            <a:br>
              <a:rPr dirty="0"/>
            </a:br>
            <a:endParaRPr lang="en-US" dirty="0"/>
          </a:p>
          <a:p>
            <a:pPr>
              <a:defRPr sz="2200"/>
            </a:pPr>
            <a:r>
              <a:rPr dirty="0"/>
              <a:t>• Delete</a:t>
            </a:r>
            <a:br>
              <a:rPr dirty="0"/>
            </a:br>
            <a:endParaRPr lang="en-US" dirty="0"/>
          </a:p>
          <a:p>
            <a:pPr>
              <a:defRPr sz="2200"/>
            </a:pPr>
            <a:r>
              <a:rPr dirty="0"/>
              <a:t>• View</a:t>
            </a:r>
            <a:br>
              <a:rPr dirty="0"/>
            </a:br>
            <a:endParaRPr lang="en-US" dirty="0"/>
          </a:p>
          <a:p>
            <a:pPr>
              <a:defRPr sz="2200"/>
            </a:pPr>
            <a:r>
              <a:rPr dirty="0"/>
              <a:t>• Prediction</a:t>
            </a:r>
            <a:br>
              <a:rPr dirty="0"/>
            </a:br>
            <a:endParaRPr lang="en-US" dirty="0"/>
          </a:p>
          <a:p>
            <a:pPr>
              <a:defRPr sz="2200"/>
            </a:pPr>
            <a:r>
              <a:rPr dirty="0"/>
              <a:t>• Exception Handling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Algorithm: Linear Regression</a:t>
            </a:r>
            <a:br/>
            <a:r>
              <a:t>Predicts electricity usage for future days based on historical data.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dirty="0"/>
              <a:t>• Project completed successfully</a:t>
            </a:r>
            <a:br>
              <a:rPr dirty="0"/>
            </a:br>
            <a:endParaRPr lang="en-US" dirty="0"/>
          </a:p>
          <a:p>
            <a:pPr>
              <a:defRPr sz="2200"/>
            </a:pPr>
            <a:r>
              <a:rPr dirty="0"/>
              <a:t>• Learned Python, Pandas, CSV Handling </a:t>
            </a:r>
            <a:endParaRPr lang="en-US" dirty="0"/>
          </a:p>
          <a:p>
            <a:pPr marL="0" indent="0">
              <a:buNone/>
              <a:defRPr sz="2200"/>
            </a:pPr>
            <a:r>
              <a:rPr lang="en-IN" dirty="0"/>
              <a:t>      </a:t>
            </a:r>
            <a:r>
              <a:rPr dirty="0"/>
              <a:t>and ML basics.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</TotalTime>
  <Words>172</Words>
  <Application>Microsoft Office PowerPoint</Application>
  <PresentationFormat>On-screen Show (4:3)</PresentationFormat>
  <Paragraphs>39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Trebuchet MS</vt:lpstr>
      <vt:lpstr>Wingdings 3</vt:lpstr>
      <vt:lpstr>Facet</vt:lpstr>
      <vt:lpstr>Utility Usage Prediction Tool</vt:lpstr>
      <vt:lpstr>Project Overview</vt:lpstr>
      <vt:lpstr>Objectives</vt:lpstr>
      <vt:lpstr>Technologies Used</vt:lpstr>
      <vt:lpstr>System Workflow</vt:lpstr>
      <vt:lpstr>Dataset</vt:lpstr>
      <vt:lpstr>Features</vt:lpstr>
      <vt:lpstr>Machine Learning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sanchi doshi</cp:lastModifiedBy>
  <cp:revision>1</cp:revision>
  <dcterms:created xsi:type="dcterms:W3CDTF">2013-01-27T09:14:16Z</dcterms:created>
  <dcterms:modified xsi:type="dcterms:W3CDTF">2026-07-31T13:57:24Z</dcterms:modified>
  <cp:category/>
</cp:coreProperties>
</file>